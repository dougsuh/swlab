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0" autoAdjust="0"/>
    <p:restoredTop sz="94660"/>
  </p:normalViewPr>
  <p:slideViewPr>
    <p:cSldViewPr snapToGrid="0">
      <p:cViewPr varScale="1">
        <p:scale>
          <a:sx n="72" d="100"/>
          <a:sy n="72" d="100"/>
        </p:scale>
        <p:origin x="20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8CD35-5B2E-4B8E-8ACC-13A795DC9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58DBEE-8E2A-BD5C-8626-B2FD9087F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6FB1B6-A104-A298-8E32-A2C521BA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4BBA08-5A7E-8B1E-7E4A-B19B82C1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FA4B8-B54A-8D84-55E9-0C1F2A4C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89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04B3E-A529-D22D-DD50-649C6F8A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120AB-7680-0F00-83A2-28BA97FB5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98A28-4A9A-C2A9-F2E9-03A4AD92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CCE53A-1AED-025B-DC46-C33851A4E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309315-FDAB-DCD0-D24D-AA4E7601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138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04F64-FD62-F028-0196-2225673B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446DC0-06F3-0D91-DBC2-604C15E13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EEA645-4021-B222-EF36-94B4C25C3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E56D11-B58B-7BED-3C92-935B7624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00B16C-BAE8-E0BB-0F9E-1127D20E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01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E69EA-ED06-7EA6-FAF8-6742B5D2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92C468-D57A-B233-FBAC-185F74E83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EC8FA6-B3B3-7743-FC92-AB207161F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21AD58-FF8F-E99B-7B03-75C1BAE6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549046-1FA5-96F9-B8B3-E41763A96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44A510-DC86-8A89-61C1-BA8E09B9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74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4E00D-36E1-5C3D-5D8B-7B00BAA58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255573-E8EC-F737-B4EC-E14509392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FADA19-E490-AC49-085B-51FA87B74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4A7B08-04A5-0FCE-3D5F-245FAFF45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B107A8-BAC6-9A07-EF52-93B913436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AD5FCE-6594-BC23-8708-B717941C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906A55-88AB-2109-24C1-4AA88DC7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244547-8F3A-B8BC-B5CE-9A9EDEF6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35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881F8-3DA5-87D2-A72C-B3739FC49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791C2C-FA44-EEE5-6A02-63545C10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4B5CFA-EDAB-F4C5-6233-0BE2D6F8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AC284F-0DEE-8D1B-C598-66274382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30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1A7FFF-BE0E-7C1C-DBEF-73F63873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714EAE-15EE-1974-306F-BC6CC0BA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CBC672-0941-E43D-EA79-4AF4C93E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23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1FBBF-9DAC-E902-FB71-3EAA181B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34BD60-C6E4-17CD-41FA-5ACEF1AE6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E19A9B-913E-2636-CBB2-3A7D25837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2779C1-8F02-A891-4086-624A4633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FF65B5-97C2-242E-74CF-19EB84C83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28B3D5-5941-146E-9461-9CE49AA2D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10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95B33-7E53-20EF-1421-1D5002ED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6FDCE2-7492-F5BF-5E0F-6C39143F6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5DA820-E807-75D0-504F-299B980E2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9D48C0-EB1B-DEF7-C7F5-E358754E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C3E487-0381-3967-F716-F23DA0EF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0CD85C-FD09-ED94-24DC-4036A267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87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9571F-40AC-D743-C439-03C914ED7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D4021B-F9D8-7BF1-8360-A43A1C245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09FB8-7D22-7F2E-5EFE-C4906697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7F064A-0390-84AD-6E30-74E589DA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D77E7-8864-AE4F-FD71-7B13E810F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09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1FA91D-0E49-FF06-F98C-6527F5794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0CAC61-C4D7-DBFE-1431-6D32ED743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9F95B9-5D01-7469-73B5-3CF84F64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B81B73-C41C-AFBA-0A7A-11694BDD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9EAC0-7F45-205B-1EA5-116CD706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01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263295-F3D8-B24A-18FC-A089A37D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2C862-F350-9241-4736-433B837FF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5BF622-EC22-E505-AC0F-BE6E22117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8DD18-DAF3-4E9A-BC23-960D05A42A90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4C6F88-8CEC-1105-1C28-7FAFAC057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B2CF35-4B52-3D6F-4B58-A282D57B2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487C8-0199-44E7-9AF6-93FB7B1F47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74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uh@khu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E787F-1FB8-2C04-0436-5FD585A191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Pseudo HASH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br>
              <a:rPr lang="en-US" altLang="ko-KR" dirty="0"/>
            </a:br>
            <a:r>
              <a:rPr lang="en-US" altLang="ko-KR" sz="4400" dirty="0"/>
              <a:t>BCH(31,16,t=7) code </a:t>
            </a:r>
            <a:r>
              <a:rPr lang="ko-KR" altLang="en-US" sz="4400" dirty="0"/>
              <a:t>이용</a:t>
            </a:r>
            <a:r>
              <a:rPr lang="en-US" altLang="ko-KR" sz="4400" dirty="0"/>
              <a:t> 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32D7A-96C3-813F-1C79-23D93EA69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r>
              <a:rPr lang="en-US" altLang="ko-KR" dirty="0"/>
              <a:t>Doug</a:t>
            </a:r>
            <a:r>
              <a:rPr lang="ko-KR" altLang="en-US" dirty="0"/>
              <a:t> </a:t>
            </a:r>
            <a:r>
              <a:rPr lang="en-US" altLang="ko-KR" dirty="0"/>
              <a:t>Young Suh</a:t>
            </a:r>
          </a:p>
          <a:p>
            <a:r>
              <a:rPr lang="en-US" altLang="ko-KR" dirty="0"/>
              <a:t>2023. 9. 4</a:t>
            </a:r>
          </a:p>
          <a:p>
            <a:r>
              <a:rPr lang="en-US" altLang="ko-KR" dirty="0">
                <a:hlinkClick r:id="rId2"/>
              </a:rPr>
              <a:t>suh@khu.ac.kr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541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5DEE4-5751-9566-A589-E7D7FC98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8032"/>
          </a:xfrm>
        </p:spPr>
        <p:txBody>
          <a:bodyPr/>
          <a:lstStyle/>
          <a:p>
            <a:r>
              <a:rPr lang="ko-KR" altLang="en-US" dirty="0"/>
              <a:t>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69A69E-E938-92E3-49A3-72812FB66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en-US" altLang="ko-KR" dirty="0"/>
              <a:t>HASH code</a:t>
            </a:r>
            <a:r>
              <a:rPr lang="ko-KR" altLang="en-US" dirty="0"/>
              <a:t>는 </a:t>
            </a:r>
            <a:r>
              <a:rPr lang="en-US" altLang="ko-KR" dirty="0" err="1"/>
              <a:t>px</a:t>
            </a:r>
            <a:r>
              <a:rPr lang="en-US" altLang="ko-KR" dirty="0"/>
              <a:t> = 0x8FAF</a:t>
            </a:r>
            <a:r>
              <a:rPr lang="ko-KR" altLang="en-US" dirty="0"/>
              <a:t>의 나머지 </a:t>
            </a:r>
            <a:r>
              <a:rPr lang="en-US" altLang="ko-KR" dirty="0"/>
              <a:t>15bit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ko-KR" altLang="en-US" dirty="0"/>
              <a:t>전체 파일의 길이를 잰다</a:t>
            </a:r>
            <a:r>
              <a:rPr lang="en-US" altLang="ko-KR" dirty="0"/>
              <a:t>.(</a:t>
            </a:r>
            <a:r>
              <a:rPr lang="ko-KR" altLang="en-US" dirty="0"/>
              <a:t>최소길이는 </a:t>
            </a:r>
            <a:r>
              <a:rPr lang="en-US" altLang="ko-KR" dirty="0"/>
              <a:t>1</a:t>
            </a:r>
            <a:r>
              <a:rPr lang="ko-KR" altLang="en-US" dirty="0"/>
              <a:t>이다</a:t>
            </a:r>
            <a:r>
              <a:rPr lang="en-US" altLang="ko-KR" dirty="0"/>
              <a:t>.)</a:t>
            </a: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ko-KR" altLang="en-US" dirty="0"/>
              <a:t>길이가 홀수이면</a:t>
            </a:r>
            <a:r>
              <a:rPr lang="en-US" altLang="ko-KR" dirty="0"/>
              <a:t>, </a:t>
            </a:r>
            <a:r>
              <a:rPr lang="ko-KR" altLang="en-US" dirty="0"/>
              <a:t>앞에 </a:t>
            </a:r>
            <a:r>
              <a:rPr lang="en-US" altLang="ko-KR" dirty="0"/>
              <a:t>1byte</a:t>
            </a:r>
            <a:r>
              <a:rPr lang="ko-KR" altLang="en-US" dirty="0"/>
              <a:t>의 </a:t>
            </a:r>
            <a:r>
              <a:rPr lang="en-US" altLang="ko-KR" dirty="0"/>
              <a:t>0</a:t>
            </a:r>
            <a:r>
              <a:rPr lang="ko-KR" altLang="en-US" dirty="0"/>
              <a:t>을 넣는다</a:t>
            </a:r>
            <a:r>
              <a:rPr lang="en-US" altLang="ko-KR" dirty="0"/>
              <a:t>. </a:t>
            </a:r>
            <a:r>
              <a:rPr lang="ko-KR" altLang="en-US" dirty="0"/>
              <a:t>뒤에</a:t>
            </a:r>
            <a:r>
              <a:rPr lang="en-US" altLang="ko-KR" dirty="0"/>
              <a:t> 2byte 0</a:t>
            </a:r>
            <a:r>
              <a:rPr lang="ko-KR" altLang="en-US" dirty="0"/>
              <a:t>을 붙인다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ko-KR" altLang="en-US" dirty="0"/>
              <a:t>준비</a:t>
            </a:r>
            <a:r>
              <a:rPr lang="en-US" altLang="ko-KR" dirty="0"/>
              <a:t>: </a:t>
            </a:r>
            <a:r>
              <a:rPr lang="ko-KR" altLang="en-US" dirty="0"/>
              <a:t>앞 </a:t>
            </a:r>
            <a:r>
              <a:rPr lang="en-US" altLang="ko-KR" dirty="0"/>
              <a:t>4</a:t>
            </a:r>
            <a:r>
              <a:rPr lang="ko-KR" altLang="en-US" dirty="0"/>
              <a:t>바이트를 </a:t>
            </a:r>
            <a:r>
              <a:rPr lang="en-US" altLang="ko-KR" dirty="0"/>
              <a:t>register</a:t>
            </a:r>
            <a:r>
              <a:rPr lang="ko-KR" altLang="en-US" dirty="0"/>
              <a:t>에 넣는다</a:t>
            </a:r>
            <a:r>
              <a:rPr lang="en-US" altLang="ko-KR" dirty="0"/>
              <a:t>. </a:t>
            </a: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en-US" altLang="ko-KR" dirty="0"/>
              <a:t>16bits</a:t>
            </a:r>
            <a:r>
              <a:rPr lang="ko-KR" altLang="en-US" dirty="0"/>
              <a:t>를 </a:t>
            </a:r>
            <a:r>
              <a:rPr lang="en-US" altLang="ko-KR" dirty="0"/>
              <a:t>shift right </a:t>
            </a:r>
            <a:r>
              <a:rPr lang="ko-KR" altLang="en-US" dirty="0"/>
              <a:t>하면서 나머지를 구한다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ko-KR" altLang="en-US" dirty="0"/>
              <a:t>하위 </a:t>
            </a:r>
            <a:r>
              <a:rPr lang="en-US" altLang="ko-KR" dirty="0"/>
              <a:t>2byte</a:t>
            </a:r>
            <a:r>
              <a:rPr lang="ko-KR" altLang="en-US" dirty="0"/>
              <a:t>를 </a:t>
            </a:r>
            <a:r>
              <a:rPr lang="en-US" altLang="ko-KR" dirty="0"/>
              <a:t>16 shift-left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새로운 </a:t>
            </a:r>
            <a:r>
              <a:rPr lang="en-US" altLang="ko-KR" dirty="0"/>
              <a:t>2byte</a:t>
            </a:r>
            <a:r>
              <a:rPr lang="ko-KR" altLang="en-US" dirty="0"/>
              <a:t>를 붙인다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ko-KR" dirty="0"/>
              <a:t>5</a:t>
            </a:r>
            <a:r>
              <a:rPr lang="ko-KR" altLang="en-US" dirty="0"/>
              <a:t>로 돌아간다</a:t>
            </a:r>
            <a:r>
              <a:rPr lang="en-US" altLang="ko-KR" dirty="0"/>
              <a:t>. </a:t>
            </a:r>
            <a:r>
              <a:rPr lang="ko-KR" altLang="en-US" dirty="0"/>
              <a:t>파일의 끝이면 </a:t>
            </a:r>
            <a:r>
              <a:rPr lang="en-US" altLang="ko-KR" dirty="0"/>
              <a:t>7</a:t>
            </a:r>
            <a:r>
              <a:rPr lang="ko-KR" altLang="en-US" dirty="0"/>
              <a:t>로 간다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40000"/>
              </a:lnSpc>
              <a:buFont typeface="+mj-lt"/>
              <a:buAutoNum type="arabicPeriod" startAt="7"/>
            </a:pPr>
            <a:r>
              <a:rPr lang="ko-KR" altLang="en-US" dirty="0"/>
              <a:t>남은 </a:t>
            </a:r>
            <a:r>
              <a:rPr lang="en-US" altLang="ko-KR" dirty="0"/>
              <a:t>2byte</a:t>
            </a:r>
            <a:r>
              <a:rPr lang="ko-KR" altLang="en-US" dirty="0"/>
              <a:t>가 </a:t>
            </a:r>
            <a:r>
              <a:rPr lang="en-US" altLang="ko-KR" dirty="0"/>
              <a:t>HASH code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ko-KR" dirty="0"/>
              <a:t>** note: </a:t>
            </a:r>
            <a:r>
              <a:rPr lang="ko-KR" altLang="en-US" dirty="0"/>
              <a:t>이것은</a:t>
            </a:r>
            <a:r>
              <a:rPr lang="en-US" altLang="ko-KR" dirty="0"/>
              <a:t> </a:t>
            </a:r>
            <a:r>
              <a:rPr lang="ko-KR" altLang="en-US" dirty="0"/>
              <a:t>전체 파일의 마지막에 </a:t>
            </a:r>
            <a:r>
              <a:rPr lang="en-US" altLang="ko-KR" dirty="0"/>
              <a:t>0</a:t>
            </a:r>
            <a:r>
              <a:rPr lang="ko-KR" altLang="en-US" dirty="0"/>
              <a:t>이라는 </a:t>
            </a:r>
            <a:r>
              <a:rPr lang="en-US" altLang="ko-KR" dirty="0"/>
              <a:t>bit</a:t>
            </a:r>
            <a:r>
              <a:rPr lang="ko-KR" altLang="en-US" dirty="0"/>
              <a:t>가 붙은 콘텐츠의 </a:t>
            </a:r>
            <a:r>
              <a:rPr lang="en-US" altLang="ko-KR" dirty="0"/>
              <a:t>HASH code</a:t>
            </a:r>
            <a:r>
              <a:rPr lang="ko-KR" altLang="en-US" dirty="0"/>
              <a:t>라고 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2428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CE286-5772-3C3F-BD8F-7F09582A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GF(256) Hash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00D6D-52EF-B371-215C-0A0C13F2E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514" cy="4351338"/>
          </a:xfrm>
        </p:spPr>
        <p:txBody>
          <a:bodyPr/>
          <a:lstStyle/>
          <a:p>
            <a:r>
              <a:rPr lang="en-US" altLang="ko-KR" dirty="0"/>
              <a:t> k = number of bytes in the file</a:t>
            </a:r>
          </a:p>
          <a:p>
            <a:r>
              <a:rPr lang="en-US" altLang="ko-KR" dirty="0"/>
              <a:t> p = the degree of g(X) polynomial</a:t>
            </a:r>
          </a:p>
          <a:p>
            <a:r>
              <a:rPr lang="en-US" altLang="ko-KR" dirty="0"/>
              <a:t> M(X) = the file</a:t>
            </a:r>
          </a:p>
          <a:p>
            <a:r>
              <a:rPr lang="en-US" altLang="ko-KR" dirty="0"/>
              <a:t> H(X) = its HASH code</a:t>
            </a:r>
          </a:p>
          <a:p>
            <a:r>
              <a:rPr lang="en-US" altLang="ko-KR" dirty="0"/>
              <a:t> G(X) = generator polynomial</a:t>
            </a:r>
          </a:p>
          <a:p>
            <a:r>
              <a:rPr lang="en-US" altLang="ko-KR" dirty="0"/>
              <a:t> m(X) = intermediate polynomial with the same degree p</a:t>
            </a:r>
          </a:p>
          <a:p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904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31E55-FE1A-7404-9019-2A463D45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HASH generating 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67962F-A23E-234E-2812-E67498022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39746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MX is data of k bytes</a:t>
            </a:r>
          </a:p>
          <a:p>
            <a:r>
              <a:rPr lang="en-US" altLang="ko-KR" dirty="0"/>
              <a:t>Append p 0 to MX</a:t>
            </a:r>
          </a:p>
          <a:p>
            <a:r>
              <a:rPr lang="en-US" altLang="ko-KR" dirty="0"/>
              <a:t>Copy</a:t>
            </a:r>
            <a:r>
              <a:rPr lang="ko-KR" altLang="en-US" dirty="0"/>
              <a:t> </a:t>
            </a:r>
            <a:r>
              <a:rPr lang="en-US" altLang="ko-KR" dirty="0" err="1"/>
              <a:t>mX</a:t>
            </a:r>
            <a:r>
              <a:rPr lang="ko-KR" altLang="en-US" dirty="0"/>
              <a:t> </a:t>
            </a:r>
            <a:r>
              <a:rPr lang="en-US" altLang="ko-KR" dirty="0"/>
              <a:t>from the first p+1 bytes of MX</a:t>
            </a:r>
          </a:p>
          <a:p>
            <a:r>
              <a:rPr lang="en-US" altLang="ko-KR" dirty="0"/>
              <a:t>Set pointer = 0</a:t>
            </a:r>
          </a:p>
          <a:p>
            <a:r>
              <a:rPr lang="en-US" altLang="ko-KR" dirty="0"/>
              <a:t>Repeat until pointer &lt; k</a:t>
            </a:r>
          </a:p>
          <a:p>
            <a:pPr lvl="1"/>
            <a:r>
              <a:rPr lang="en-US" altLang="ko-KR" dirty="0"/>
              <a:t>Let x = </a:t>
            </a:r>
            <a:r>
              <a:rPr lang="en-US" altLang="ko-KR" dirty="0" err="1"/>
              <a:t>mX</a:t>
            </a:r>
            <a:r>
              <a:rPr lang="en-US" altLang="ko-KR" dirty="0"/>
              <a:t>[0]</a:t>
            </a:r>
          </a:p>
          <a:p>
            <a:pPr lvl="1"/>
            <a:r>
              <a:rPr lang="en-US" altLang="ko-KR" dirty="0"/>
              <a:t>Calculate </a:t>
            </a:r>
            <a:r>
              <a:rPr lang="en-US" altLang="ko-KR" dirty="0" err="1"/>
              <a:t>mX</a:t>
            </a:r>
            <a:r>
              <a:rPr lang="en-US" altLang="ko-KR" dirty="0"/>
              <a:t> = </a:t>
            </a:r>
            <a:r>
              <a:rPr lang="en-US" altLang="ko-KR" dirty="0" err="1"/>
              <a:t>mX</a:t>
            </a:r>
            <a:r>
              <a:rPr lang="en-US" altLang="ko-KR" dirty="0"/>
              <a:t> + x*GX</a:t>
            </a:r>
          </a:p>
          <a:p>
            <a:pPr lvl="1"/>
            <a:r>
              <a:rPr lang="en-US" altLang="ko-KR" dirty="0"/>
              <a:t>Shift left </a:t>
            </a:r>
            <a:r>
              <a:rPr lang="en-US" altLang="ko-KR" dirty="0" err="1"/>
              <a:t>mX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If(pointer++ &lt;k) </a:t>
            </a:r>
            <a:r>
              <a:rPr lang="en-US" altLang="ko-KR" dirty="0" err="1"/>
              <a:t>mX</a:t>
            </a:r>
            <a:r>
              <a:rPr lang="en-US" altLang="ko-KR" dirty="0"/>
              <a:t>[p] =  MX[</a:t>
            </a:r>
            <a:r>
              <a:rPr lang="en-US" altLang="ko-KR" dirty="0" err="1"/>
              <a:t>p+pointer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Copy the first p bytes of </a:t>
            </a:r>
            <a:r>
              <a:rPr lang="en-US" altLang="ko-KR" dirty="0" err="1"/>
              <a:t>mX</a:t>
            </a:r>
            <a:r>
              <a:rPr lang="en-US" altLang="ko-KR" dirty="0"/>
              <a:t> to MX[k] and after.</a:t>
            </a:r>
          </a:p>
          <a:p>
            <a:pPr lvl="1"/>
            <a:r>
              <a:rPr lang="en-US" altLang="ko-KR" dirty="0"/>
              <a:t>Those p bytes are the HASH code.</a:t>
            </a:r>
          </a:p>
        </p:txBody>
      </p:sp>
    </p:spTree>
    <p:extLst>
      <p:ext uri="{BB962C8B-B14F-4D97-AF65-F5344CB8AC3E}">
        <p14:creationId xmlns:p14="http://schemas.microsoft.com/office/powerpoint/2010/main" val="3863679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ACDEF-5295-8101-25EA-B08E55C2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HASH generator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E315F59F-4605-EB91-09F1-5C4BF67A1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995419"/>
              </p:ext>
            </p:extLst>
          </p:nvPr>
        </p:nvGraphicFramePr>
        <p:xfrm>
          <a:off x="306571" y="1840496"/>
          <a:ext cx="35849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556">
                  <a:extLst>
                    <a:ext uri="{9D8B030D-6E8A-4147-A177-3AD203B41FA5}">
                      <a16:colId xmlns:a16="http://schemas.microsoft.com/office/drawing/2014/main" val="215561620"/>
                    </a:ext>
                  </a:extLst>
                </a:gridCol>
                <a:gridCol w="1061390">
                  <a:extLst>
                    <a:ext uri="{9D8B030D-6E8A-4147-A177-3AD203B41FA5}">
                      <a16:colId xmlns:a16="http://schemas.microsoft.com/office/drawing/2014/main" val="2200763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M(X) k 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 zeros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3608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0A31F2-D90B-D10E-4DFE-2EC14EA3EA70}"/>
              </a:ext>
            </a:extLst>
          </p:cNvPr>
          <p:cNvSpPr txBox="1"/>
          <p:nvPr/>
        </p:nvSpPr>
        <p:spPr>
          <a:xfrm>
            <a:off x="6500037" y="2293134"/>
            <a:ext cx="5578549" cy="341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 err="1"/>
              <a:t>void</a:t>
            </a:r>
            <a:r>
              <a:rPr lang="ko-KR" altLang="en-US" dirty="0"/>
              <a:t> </a:t>
            </a:r>
            <a:r>
              <a:rPr lang="ko-KR" altLang="en-US" dirty="0" err="1"/>
              <a:t>getHash</a:t>
            </a:r>
            <a:r>
              <a:rPr lang="ko-KR" altLang="en-US" dirty="0"/>
              <a:t>(</a:t>
            </a:r>
            <a:r>
              <a:rPr lang="ko-KR" altLang="en-US" dirty="0" err="1"/>
              <a:t>int</a:t>
            </a:r>
            <a:r>
              <a:rPr lang="ko-KR" altLang="en-US" dirty="0"/>
              <a:t> [] MX) {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pointer</a:t>
            </a:r>
            <a:r>
              <a:rPr lang="ko-KR" altLang="en-US" dirty="0"/>
              <a:t> = 0;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int</a:t>
            </a:r>
            <a:r>
              <a:rPr lang="ko-KR" altLang="en-US" dirty="0"/>
              <a:t> [] </a:t>
            </a:r>
            <a:r>
              <a:rPr lang="ko-KR" altLang="en-US" dirty="0" err="1"/>
              <a:t>mx</a:t>
            </a:r>
            <a:r>
              <a:rPr lang="ko-KR" altLang="en-US" dirty="0"/>
              <a:t> = {0, 0, 0, 0};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for</a:t>
            </a:r>
            <a:r>
              <a:rPr lang="ko-KR" altLang="en-US" dirty="0"/>
              <a:t> (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i</a:t>
            </a:r>
            <a:r>
              <a:rPr lang="ko-KR" altLang="en-US" dirty="0"/>
              <a:t>=0; </a:t>
            </a:r>
            <a:r>
              <a:rPr lang="ko-KR" altLang="en-US" dirty="0" err="1"/>
              <a:t>i</a:t>
            </a:r>
            <a:r>
              <a:rPr lang="ko-KR" altLang="en-US" dirty="0"/>
              <a:t>&lt;= </a:t>
            </a:r>
            <a:r>
              <a:rPr lang="ko-KR" altLang="en-US" dirty="0" err="1"/>
              <a:t>p</a:t>
            </a:r>
            <a:r>
              <a:rPr lang="ko-KR" altLang="en-US" dirty="0"/>
              <a:t>; </a:t>
            </a:r>
            <a:r>
              <a:rPr lang="ko-KR" altLang="en-US" dirty="0" err="1"/>
              <a:t>i</a:t>
            </a:r>
            <a:r>
              <a:rPr lang="ko-KR" altLang="en-US" dirty="0"/>
              <a:t>++) { </a:t>
            </a:r>
            <a:r>
              <a:rPr lang="ko-KR" altLang="en-US" dirty="0" err="1"/>
              <a:t>mx</a:t>
            </a:r>
            <a:r>
              <a:rPr lang="ko-KR" altLang="en-US" dirty="0"/>
              <a:t>[</a:t>
            </a:r>
            <a:r>
              <a:rPr lang="ko-KR" altLang="en-US" dirty="0" err="1"/>
              <a:t>i</a:t>
            </a:r>
            <a:r>
              <a:rPr lang="ko-KR" altLang="en-US" dirty="0"/>
              <a:t>] = MX[</a:t>
            </a:r>
            <a:r>
              <a:rPr lang="ko-KR" altLang="en-US" dirty="0" err="1"/>
              <a:t>i</a:t>
            </a:r>
            <a:r>
              <a:rPr lang="ko-KR" altLang="en-US" dirty="0"/>
              <a:t>];  }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while</a:t>
            </a:r>
            <a:r>
              <a:rPr lang="ko-KR" altLang="en-US" dirty="0"/>
              <a:t> (</a:t>
            </a:r>
            <a:r>
              <a:rPr lang="ko-KR" altLang="en-US" dirty="0" err="1"/>
              <a:t>pointer</a:t>
            </a:r>
            <a:r>
              <a:rPr lang="ko-KR" altLang="en-US" dirty="0"/>
              <a:t> &lt; k) {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x</a:t>
            </a:r>
            <a:r>
              <a:rPr lang="ko-KR" altLang="en-US" dirty="0"/>
              <a:t> = </a:t>
            </a:r>
            <a:r>
              <a:rPr lang="ko-KR" altLang="en-US" dirty="0" err="1"/>
              <a:t>mx</a:t>
            </a:r>
            <a:r>
              <a:rPr lang="ko-KR" altLang="en-US" dirty="0"/>
              <a:t>[0];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for</a:t>
            </a:r>
            <a:r>
              <a:rPr lang="ko-KR" altLang="en-US" dirty="0"/>
              <a:t>(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i</a:t>
            </a:r>
            <a:r>
              <a:rPr lang="ko-KR" altLang="en-US" dirty="0"/>
              <a:t>=0;i&lt;</a:t>
            </a:r>
            <a:r>
              <a:rPr lang="ko-KR" altLang="en-US" dirty="0" err="1"/>
              <a:t>p;i</a:t>
            </a:r>
            <a:r>
              <a:rPr lang="ko-KR" altLang="en-US" dirty="0"/>
              <a:t>++) </a:t>
            </a:r>
            <a:r>
              <a:rPr lang="ko-KR" altLang="en-US" dirty="0" err="1"/>
              <a:t>mx</a:t>
            </a:r>
            <a:r>
              <a:rPr lang="ko-KR" altLang="en-US" dirty="0"/>
              <a:t>[</a:t>
            </a:r>
            <a:r>
              <a:rPr lang="ko-KR" altLang="en-US" dirty="0" err="1"/>
              <a:t>i</a:t>
            </a:r>
            <a:r>
              <a:rPr lang="ko-KR" altLang="en-US" dirty="0"/>
              <a:t>] = </a:t>
            </a:r>
            <a:r>
              <a:rPr lang="ko-KR" altLang="en-US" dirty="0" err="1"/>
              <a:t>mx</a:t>
            </a:r>
            <a:r>
              <a:rPr lang="ko-KR" altLang="en-US" dirty="0"/>
              <a:t>[i+1]^(</a:t>
            </a:r>
            <a:r>
              <a:rPr lang="ko-KR" altLang="en-US" dirty="0" err="1"/>
              <a:t>x</a:t>
            </a:r>
            <a:r>
              <a:rPr lang="ko-KR" altLang="en-US" dirty="0"/>
              <a:t>*</a:t>
            </a:r>
            <a:r>
              <a:rPr lang="ko-KR" altLang="en-US" dirty="0" err="1"/>
              <a:t>gx</a:t>
            </a:r>
            <a:r>
              <a:rPr lang="ko-KR" altLang="en-US" dirty="0"/>
              <a:t>[i+1]);  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pointer</a:t>
            </a:r>
            <a:r>
              <a:rPr lang="ko-KR" altLang="en-US" dirty="0"/>
              <a:t>++;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if</a:t>
            </a:r>
            <a:r>
              <a:rPr lang="ko-KR" altLang="en-US" dirty="0"/>
              <a:t>(</a:t>
            </a:r>
            <a:r>
              <a:rPr lang="ko-KR" altLang="en-US" dirty="0" err="1"/>
              <a:t>pointer</a:t>
            </a:r>
            <a:r>
              <a:rPr lang="ko-KR" altLang="en-US" dirty="0"/>
              <a:t> &lt; k) </a:t>
            </a:r>
            <a:r>
              <a:rPr lang="ko-KR" altLang="en-US" dirty="0" err="1"/>
              <a:t>mx</a:t>
            </a:r>
            <a:r>
              <a:rPr lang="ko-KR" altLang="en-US" dirty="0"/>
              <a:t>[</a:t>
            </a:r>
            <a:r>
              <a:rPr lang="ko-KR" altLang="en-US" dirty="0" err="1"/>
              <a:t>p</a:t>
            </a:r>
            <a:r>
              <a:rPr lang="ko-KR" altLang="en-US" dirty="0"/>
              <a:t>] = MX[</a:t>
            </a:r>
            <a:r>
              <a:rPr lang="ko-KR" altLang="en-US" dirty="0" err="1"/>
              <a:t>p</a:t>
            </a:r>
            <a:r>
              <a:rPr lang="ko-KR" altLang="en-US" dirty="0"/>
              <a:t> + </a:t>
            </a:r>
            <a:r>
              <a:rPr lang="ko-KR" altLang="en-US" dirty="0" err="1"/>
              <a:t>pointer</a:t>
            </a:r>
            <a:r>
              <a:rPr lang="ko-KR" altLang="en-US" dirty="0"/>
              <a:t>];</a:t>
            </a:r>
          </a:p>
          <a:p>
            <a:r>
              <a:rPr lang="ko-KR" altLang="en-US" dirty="0"/>
              <a:t>  }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for</a:t>
            </a:r>
            <a:r>
              <a:rPr lang="ko-KR" altLang="en-US" dirty="0"/>
              <a:t>(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i</a:t>
            </a:r>
            <a:r>
              <a:rPr lang="ko-KR" altLang="en-US" dirty="0"/>
              <a:t>=0;i&lt;</a:t>
            </a:r>
            <a:r>
              <a:rPr lang="ko-KR" altLang="en-US" dirty="0" err="1"/>
              <a:t>p;i</a:t>
            </a:r>
            <a:r>
              <a:rPr lang="ko-KR" altLang="en-US" dirty="0"/>
              <a:t>++) MX[</a:t>
            </a:r>
            <a:r>
              <a:rPr lang="ko-KR" altLang="en-US" dirty="0" err="1"/>
              <a:t>k+i</a:t>
            </a:r>
            <a:r>
              <a:rPr lang="ko-KR" altLang="en-US" dirty="0"/>
              <a:t>] = </a:t>
            </a:r>
            <a:r>
              <a:rPr lang="ko-KR" altLang="en-US" dirty="0" err="1"/>
              <a:t>mx</a:t>
            </a:r>
            <a:r>
              <a:rPr lang="ko-KR" altLang="en-US" dirty="0"/>
              <a:t>[</a:t>
            </a:r>
            <a:r>
              <a:rPr lang="ko-KR" altLang="en-US" dirty="0" err="1"/>
              <a:t>i</a:t>
            </a:r>
            <a:r>
              <a:rPr lang="ko-KR" altLang="en-US" dirty="0"/>
              <a:t>];</a:t>
            </a:r>
          </a:p>
          <a:p>
            <a:r>
              <a:rPr lang="ko-KR" altLang="en-US" dirty="0"/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CEBFC3-EB81-2FD2-B9F7-E4300F42DE3A}"/>
              </a:ext>
            </a:extLst>
          </p:cNvPr>
          <p:cNvSpPr/>
          <p:nvPr/>
        </p:nvSpPr>
        <p:spPr>
          <a:xfrm>
            <a:off x="1674627" y="2658140"/>
            <a:ext cx="1509824" cy="623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getHash</a:t>
            </a:r>
            <a:r>
              <a:rPr lang="en-US" altLang="ko-KR" dirty="0"/>
              <a:t>( )</a:t>
            </a:r>
            <a:endParaRPr lang="ko-KR" altLang="en-US" dirty="0"/>
          </a:p>
        </p:txBody>
      </p:sp>
      <p:graphicFrame>
        <p:nvGraphicFramePr>
          <p:cNvPr id="8" name="내용 개체 틀 5">
            <a:extLst>
              <a:ext uri="{FF2B5EF4-FFF2-40B4-BE49-F238E27FC236}">
                <a16:creationId xmlns:a16="http://schemas.microsoft.com/office/drawing/2014/main" id="{10F838F4-7499-0EBD-12B2-690BFB7943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2195783"/>
              </p:ext>
            </p:extLst>
          </p:nvPr>
        </p:nvGraphicFramePr>
        <p:xfrm>
          <a:off x="1809307" y="3794098"/>
          <a:ext cx="35849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556">
                  <a:extLst>
                    <a:ext uri="{9D8B030D-6E8A-4147-A177-3AD203B41FA5}">
                      <a16:colId xmlns:a16="http://schemas.microsoft.com/office/drawing/2014/main" val="215561620"/>
                    </a:ext>
                  </a:extLst>
                </a:gridCol>
                <a:gridCol w="1061390">
                  <a:extLst>
                    <a:ext uri="{9D8B030D-6E8A-4147-A177-3AD203B41FA5}">
                      <a16:colId xmlns:a16="http://schemas.microsoft.com/office/drawing/2014/main" val="2200763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M(X) k 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HASH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360886"/>
                  </a:ext>
                </a:extLst>
              </a:tr>
            </a:tbl>
          </a:graphicData>
        </a:graphic>
      </p:graphicFrame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1765539F-D228-A2D8-279C-0F4A23D655F1}"/>
              </a:ext>
            </a:extLst>
          </p:cNvPr>
          <p:cNvSpPr/>
          <p:nvPr/>
        </p:nvSpPr>
        <p:spPr>
          <a:xfrm>
            <a:off x="1913861" y="2206256"/>
            <a:ext cx="255182" cy="451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BE471AD9-333E-8BAC-6642-6C6B3CFD0936}"/>
              </a:ext>
            </a:extLst>
          </p:cNvPr>
          <p:cNvSpPr/>
          <p:nvPr/>
        </p:nvSpPr>
        <p:spPr>
          <a:xfrm>
            <a:off x="1898798" y="3342214"/>
            <a:ext cx="255182" cy="451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83DD8-2623-81C3-7E2A-DF1B38D08734}"/>
              </a:ext>
            </a:extLst>
          </p:cNvPr>
          <p:cNvSpPr/>
          <p:nvPr/>
        </p:nvSpPr>
        <p:spPr>
          <a:xfrm>
            <a:off x="2174359" y="4656761"/>
            <a:ext cx="1509824" cy="623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getHash</a:t>
            </a:r>
            <a:r>
              <a:rPr lang="en-US" altLang="ko-KR" dirty="0"/>
              <a:t>( )</a:t>
            </a:r>
            <a:endParaRPr lang="ko-KR" altLang="en-US" dirty="0"/>
          </a:p>
        </p:txBody>
      </p:sp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B8554D6A-D4CD-2DDD-EEF7-1B5905704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8902467"/>
              </p:ext>
            </p:extLst>
          </p:nvPr>
        </p:nvGraphicFramePr>
        <p:xfrm>
          <a:off x="2314353" y="5788588"/>
          <a:ext cx="35849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556">
                  <a:extLst>
                    <a:ext uri="{9D8B030D-6E8A-4147-A177-3AD203B41FA5}">
                      <a16:colId xmlns:a16="http://schemas.microsoft.com/office/drawing/2014/main" val="215561620"/>
                    </a:ext>
                  </a:extLst>
                </a:gridCol>
                <a:gridCol w="1061390">
                  <a:extLst>
                    <a:ext uri="{9D8B030D-6E8A-4147-A177-3AD203B41FA5}">
                      <a16:colId xmlns:a16="http://schemas.microsoft.com/office/drawing/2014/main" val="2200763647"/>
                    </a:ext>
                  </a:extLst>
                </a:gridCol>
              </a:tblGrid>
              <a:tr h="3089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M(X) k 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 zeros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360886"/>
                  </a:ext>
                </a:extLst>
              </a:tr>
            </a:tbl>
          </a:graphicData>
        </a:graphic>
      </p:graphicFrame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26FC0B04-27CB-0088-7681-A3FC43D45131}"/>
              </a:ext>
            </a:extLst>
          </p:cNvPr>
          <p:cNvSpPr/>
          <p:nvPr/>
        </p:nvSpPr>
        <p:spPr>
          <a:xfrm>
            <a:off x="2429539" y="4176840"/>
            <a:ext cx="255182" cy="451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6672FA90-20E7-691B-2885-23A83B99262F}"/>
              </a:ext>
            </a:extLst>
          </p:cNvPr>
          <p:cNvSpPr/>
          <p:nvPr/>
        </p:nvSpPr>
        <p:spPr>
          <a:xfrm>
            <a:off x="2429539" y="5308667"/>
            <a:ext cx="255182" cy="451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05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6A5AD-F777-BD2B-D6D2-EC910175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599BBB-B824-F4B4-F646-C5852D11E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BCA80-FB97-EE90-E81B-CE9DF22153E2}"/>
              </a:ext>
            </a:extLst>
          </p:cNvPr>
          <p:cNvSpPr txBox="1"/>
          <p:nvPr/>
        </p:nvSpPr>
        <p:spPr>
          <a:xfrm>
            <a:off x="955158" y="1098650"/>
            <a:ext cx="6097772" cy="50783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 err="1"/>
              <a:t>int</a:t>
            </a:r>
            <a:r>
              <a:rPr lang="ko-KR" altLang="en-US" dirty="0"/>
              <a:t> [] </a:t>
            </a:r>
            <a:r>
              <a:rPr lang="ko-KR" altLang="en-US" dirty="0" err="1"/>
              <a:t>gx</a:t>
            </a:r>
            <a:r>
              <a:rPr lang="ko-KR" altLang="en-US" dirty="0"/>
              <a:t> = {1, 0, 1, 1};</a:t>
            </a:r>
          </a:p>
          <a:p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p</a:t>
            </a:r>
            <a:r>
              <a:rPr lang="ko-KR" altLang="en-US" dirty="0"/>
              <a:t> = 3;  // </a:t>
            </a:r>
            <a:r>
              <a:rPr lang="ko-KR" altLang="en-US" dirty="0" err="1"/>
              <a:t>degree</a:t>
            </a:r>
            <a:r>
              <a:rPr lang="ko-KR" altLang="en-US" dirty="0"/>
              <a:t> of </a:t>
            </a:r>
            <a:r>
              <a:rPr lang="ko-KR" altLang="en-US" dirty="0" err="1"/>
              <a:t>the</a:t>
            </a:r>
            <a:r>
              <a:rPr lang="ko-KR" altLang="en-US" dirty="0"/>
              <a:t> </a:t>
            </a:r>
            <a:r>
              <a:rPr lang="ko-KR" altLang="en-US" dirty="0" err="1"/>
              <a:t>generator</a:t>
            </a:r>
            <a:r>
              <a:rPr lang="ko-KR" altLang="en-US" dirty="0"/>
              <a:t> </a:t>
            </a:r>
            <a:r>
              <a:rPr lang="ko-KR" altLang="en-US" dirty="0" err="1"/>
              <a:t>polynomial</a:t>
            </a:r>
            <a:endParaRPr lang="ko-KR" altLang="en-US" dirty="0"/>
          </a:p>
          <a:p>
            <a:r>
              <a:rPr lang="ko-KR" altLang="en-US" dirty="0" err="1"/>
              <a:t>int</a:t>
            </a:r>
            <a:r>
              <a:rPr lang="ko-KR" altLang="en-US" dirty="0"/>
              <a:t> k = 4;  // </a:t>
            </a:r>
            <a:r>
              <a:rPr lang="ko-KR" altLang="en-US" dirty="0" err="1"/>
              <a:t>number</a:t>
            </a:r>
            <a:r>
              <a:rPr lang="ko-KR" altLang="en-US" dirty="0"/>
              <a:t> of </a:t>
            </a:r>
            <a:r>
              <a:rPr lang="ko-KR" altLang="en-US" dirty="0" err="1"/>
              <a:t>data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byte</a:t>
            </a:r>
            <a:endParaRPr lang="ko-KR" altLang="en-US" dirty="0"/>
          </a:p>
          <a:p>
            <a:r>
              <a:rPr lang="ko-KR" altLang="en-US" dirty="0" err="1"/>
              <a:t>void</a:t>
            </a:r>
            <a:r>
              <a:rPr lang="ko-KR" altLang="en-US" dirty="0"/>
              <a:t> </a:t>
            </a:r>
            <a:r>
              <a:rPr lang="ko-KR" altLang="en-US" dirty="0" err="1"/>
              <a:t>setup</a:t>
            </a:r>
            <a:r>
              <a:rPr lang="ko-KR" altLang="en-US" dirty="0"/>
              <a:t>() {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int</a:t>
            </a:r>
            <a:r>
              <a:rPr lang="ko-KR" altLang="en-US" dirty="0"/>
              <a:t> [] MX = </a:t>
            </a:r>
            <a:r>
              <a:rPr lang="ko-KR" altLang="en-US" dirty="0" err="1"/>
              <a:t>new</a:t>
            </a:r>
            <a:r>
              <a:rPr lang="ko-KR" altLang="en-US" dirty="0"/>
              <a:t> </a:t>
            </a:r>
            <a:r>
              <a:rPr lang="ko-KR" altLang="en-US" dirty="0" err="1"/>
              <a:t>int</a:t>
            </a:r>
            <a:r>
              <a:rPr lang="ko-KR" altLang="en-US" dirty="0"/>
              <a:t>[</a:t>
            </a:r>
            <a:r>
              <a:rPr lang="ko-KR" altLang="en-US" dirty="0" err="1"/>
              <a:t>p+k</a:t>
            </a:r>
            <a:r>
              <a:rPr lang="ko-KR" altLang="en-US" dirty="0"/>
              <a:t>]; 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for</a:t>
            </a:r>
            <a:r>
              <a:rPr lang="ko-KR" altLang="en-US" dirty="0"/>
              <a:t>(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i</a:t>
            </a:r>
            <a:r>
              <a:rPr lang="ko-KR" altLang="en-US" dirty="0"/>
              <a:t>=0;i&lt;16;i++){</a:t>
            </a:r>
          </a:p>
          <a:p>
            <a:r>
              <a:rPr lang="ko-KR" altLang="en-US" dirty="0"/>
              <a:t>      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mask</a:t>
            </a:r>
            <a:r>
              <a:rPr lang="ko-KR" altLang="en-US" dirty="0"/>
              <a:t> = 1;</a:t>
            </a:r>
          </a:p>
          <a:p>
            <a:r>
              <a:rPr lang="ko-KR" altLang="en-US" dirty="0"/>
              <a:t>      </a:t>
            </a:r>
            <a:r>
              <a:rPr lang="ko-KR" altLang="en-US" dirty="0" err="1"/>
              <a:t>for</a:t>
            </a:r>
            <a:r>
              <a:rPr lang="ko-KR" altLang="en-US" dirty="0"/>
              <a:t>(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j</a:t>
            </a:r>
            <a:r>
              <a:rPr lang="ko-KR" altLang="en-US" dirty="0"/>
              <a:t>=0;j&lt;4;j++,</a:t>
            </a:r>
            <a:r>
              <a:rPr lang="ko-KR" altLang="en-US" dirty="0" err="1"/>
              <a:t>mask</a:t>
            </a:r>
            <a:r>
              <a:rPr lang="ko-KR" altLang="en-US" dirty="0"/>
              <a:t>*=2){</a:t>
            </a:r>
          </a:p>
          <a:p>
            <a:r>
              <a:rPr lang="ko-KR" altLang="en-US" dirty="0"/>
              <a:t>          </a:t>
            </a:r>
            <a:r>
              <a:rPr lang="ko-KR" altLang="en-US" dirty="0" err="1"/>
              <a:t>if</a:t>
            </a:r>
            <a:r>
              <a:rPr lang="ko-KR" altLang="en-US" dirty="0"/>
              <a:t>((</a:t>
            </a:r>
            <a:r>
              <a:rPr lang="ko-KR" altLang="en-US" dirty="0" err="1"/>
              <a:t>i</a:t>
            </a:r>
            <a:r>
              <a:rPr lang="ko-KR" altLang="en-US" dirty="0"/>
              <a:t> &amp; </a:t>
            </a:r>
            <a:r>
              <a:rPr lang="ko-KR" altLang="en-US" dirty="0" err="1"/>
              <a:t>mask</a:t>
            </a:r>
            <a:r>
              <a:rPr lang="ko-KR" altLang="en-US" dirty="0"/>
              <a:t>) != 0) MX[3-j] = 1; </a:t>
            </a:r>
            <a:r>
              <a:rPr lang="ko-KR" altLang="en-US" dirty="0" err="1"/>
              <a:t>else</a:t>
            </a:r>
            <a:r>
              <a:rPr lang="ko-KR" altLang="en-US" dirty="0"/>
              <a:t> MX[3-j] = 0;          </a:t>
            </a:r>
          </a:p>
          <a:p>
            <a:r>
              <a:rPr lang="ko-KR" altLang="en-US" dirty="0"/>
              <a:t>      }</a:t>
            </a:r>
          </a:p>
          <a:p>
            <a:r>
              <a:rPr lang="ko-KR" altLang="en-US" dirty="0"/>
              <a:t>      MX[4] = MX[5] = MX[6] = 0;</a:t>
            </a:r>
          </a:p>
          <a:p>
            <a:r>
              <a:rPr lang="ko-KR" altLang="en-US" dirty="0"/>
              <a:t>      </a:t>
            </a:r>
            <a:r>
              <a:rPr lang="ko-KR" altLang="en-US" dirty="0" err="1"/>
              <a:t>getHash</a:t>
            </a:r>
            <a:r>
              <a:rPr lang="ko-KR" altLang="en-US" dirty="0"/>
              <a:t>(MX);</a:t>
            </a:r>
          </a:p>
          <a:p>
            <a:r>
              <a:rPr lang="ko-KR" altLang="en-US" dirty="0"/>
              <a:t>      </a:t>
            </a:r>
            <a:r>
              <a:rPr lang="ko-KR" altLang="en-US" dirty="0" err="1"/>
              <a:t>for</a:t>
            </a:r>
            <a:r>
              <a:rPr lang="ko-KR" altLang="en-US" dirty="0"/>
              <a:t>(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j</a:t>
            </a:r>
            <a:r>
              <a:rPr lang="ko-KR" altLang="en-US" dirty="0"/>
              <a:t>=0;j&lt;</a:t>
            </a:r>
            <a:r>
              <a:rPr lang="ko-KR" altLang="en-US" dirty="0" err="1"/>
              <a:t>k+p;j</a:t>
            </a:r>
            <a:r>
              <a:rPr lang="ko-KR" altLang="en-US" dirty="0"/>
              <a:t>++) </a:t>
            </a:r>
            <a:r>
              <a:rPr lang="ko-KR" altLang="en-US" dirty="0" err="1"/>
              <a:t>print</a:t>
            </a:r>
            <a:r>
              <a:rPr lang="ko-KR" altLang="en-US" dirty="0"/>
              <a:t>(MX[</a:t>
            </a:r>
            <a:r>
              <a:rPr lang="ko-KR" altLang="en-US" dirty="0" err="1"/>
              <a:t>j</a:t>
            </a:r>
            <a:r>
              <a:rPr lang="ko-KR" altLang="en-US" dirty="0"/>
              <a:t>]+" "); </a:t>
            </a:r>
            <a:r>
              <a:rPr lang="ko-KR" altLang="en-US" dirty="0" err="1"/>
              <a:t>println</a:t>
            </a:r>
            <a:r>
              <a:rPr lang="ko-KR" altLang="en-US" dirty="0"/>
              <a:t>();</a:t>
            </a:r>
          </a:p>
          <a:p>
            <a:r>
              <a:rPr lang="ko-KR" altLang="en-US" dirty="0"/>
              <a:t>      // </a:t>
            </a:r>
            <a:r>
              <a:rPr lang="ko-KR" altLang="en-US" dirty="0" err="1"/>
              <a:t>check</a:t>
            </a:r>
            <a:endParaRPr lang="ko-KR" altLang="en-US" dirty="0"/>
          </a:p>
          <a:p>
            <a:r>
              <a:rPr lang="ko-KR" altLang="en-US" dirty="0"/>
              <a:t>      </a:t>
            </a:r>
            <a:r>
              <a:rPr lang="ko-KR" altLang="en-US" dirty="0" err="1"/>
              <a:t>getHash</a:t>
            </a:r>
            <a:r>
              <a:rPr lang="ko-KR" altLang="en-US" dirty="0"/>
              <a:t>(MX);</a:t>
            </a:r>
          </a:p>
          <a:p>
            <a:r>
              <a:rPr lang="ko-KR" altLang="en-US" dirty="0"/>
              <a:t>      </a:t>
            </a:r>
            <a:r>
              <a:rPr lang="ko-KR" altLang="en-US" dirty="0" err="1"/>
              <a:t>for</a:t>
            </a:r>
            <a:r>
              <a:rPr lang="ko-KR" altLang="en-US" dirty="0"/>
              <a:t>(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j</a:t>
            </a:r>
            <a:r>
              <a:rPr lang="ko-KR" altLang="en-US" dirty="0"/>
              <a:t>=0;j&lt;</a:t>
            </a:r>
            <a:r>
              <a:rPr lang="ko-KR" altLang="en-US" dirty="0" err="1"/>
              <a:t>k+p;j</a:t>
            </a:r>
            <a:r>
              <a:rPr lang="ko-KR" altLang="en-US" dirty="0"/>
              <a:t>++) </a:t>
            </a:r>
            <a:r>
              <a:rPr lang="ko-KR" altLang="en-US" dirty="0" err="1"/>
              <a:t>print</a:t>
            </a:r>
            <a:r>
              <a:rPr lang="ko-KR" altLang="en-US" dirty="0"/>
              <a:t>(MX[</a:t>
            </a:r>
            <a:r>
              <a:rPr lang="ko-KR" altLang="en-US" dirty="0" err="1"/>
              <a:t>j</a:t>
            </a:r>
            <a:r>
              <a:rPr lang="ko-KR" altLang="en-US" dirty="0"/>
              <a:t>]+" "); </a:t>
            </a:r>
            <a:r>
              <a:rPr lang="ko-KR" altLang="en-US" dirty="0" err="1"/>
              <a:t>println</a:t>
            </a:r>
            <a:r>
              <a:rPr lang="ko-KR" altLang="en-US" dirty="0"/>
              <a:t>();</a:t>
            </a:r>
          </a:p>
          <a:p>
            <a:r>
              <a:rPr lang="ko-KR" altLang="en-US" dirty="0"/>
              <a:t>  }</a:t>
            </a:r>
          </a:p>
          <a:p>
            <a:r>
              <a:rPr lang="ko-KR" alt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20F567-6395-9A0F-9DC5-A194BE886ACB}"/>
              </a:ext>
            </a:extLst>
          </p:cNvPr>
          <p:cNvSpPr txBox="1"/>
          <p:nvPr/>
        </p:nvSpPr>
        <p:spPr>
          <a:xfrm>
            <a:off x="8813948" y="809831"/>
            <a:ext cx="1170024" cy="5509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/>
              <a:t>0 0 0 0 0 0 0 </a:t>
            </a:r>
          </a:p>
          <a:p>
            <a:pPr algn="ctr"/>
            <a:r>
              <a:rPr lang="ko-KR" altLang="en-US" sz="1100" dirty="0"/>
              <a:t>0 0 0 0 0 0 0 </a:t>
            </a:r>
          </a:p>
          <a:p>
            <a:pPr algn="ctr"/>
            <a:r>
              <a:rPr lang="ko-KR" altLang="en-US" sz="1100" dirty="0"/>
              <a:t>0 0 0 1 0 1 1 </a:t>
            </a:r>
          </a:p>
          <a:p>
            <a:pPr algn="ctr"/>
            <a:r>
              <a:rPr lang="ko-KR" altLang="en-US" sz="1100" dirty="0"/>
              <a:t>0 0 0 1 0 0 0 </a:t>
            </a:r>
          </a:p>
          <a:p>
            <a:pPr algn="ctr"/>
            <a:r>
              <a:rPr lang="ko-KR" altLang="en-US" sz="1100" dirty="0"/>
              <a:t>0 0 1 0 1 1 0 </a:t>
            </a:r>
          </a:p>
          <a:p>
            <a:pPr algn="ctr"/>
            <a:r>
              <a:rPr lang="ko-KR" altLang="en-US" sz="1100" dirty="0"/>
              <a:t>0 0 1 0 0 0 0 </a:t>
            </a:r>
          </a:p>
          <a:p>
            <a:pPr algn="ctr"/>
            <a:r>
              <a:rPr lang="ko-KR" altLang="en-US" sz="1100" dirty="0"/>
              <a:t>0 0 1 1 1 0 1 </a:t>
            </a:r>
          </a:p>
          <a:p>
            <a:pPr algn="ctr"/>
            <a:r>
              <a:rPr lang="ko-KR" altLang="en-US" sz="1100" dirty="0"/>
              <a:t>0 0 1 1 0 0 0 </a:t>
            </a:r>
          </a:p>
          <a:p>
            <a:pPr algn="ctr"/>
            <a:r>
              <a:rPr lang="ko-KR" altLang="en-US" sz="1100" dirty="0"/>
              <a:t>0 1 0 0 1 1 1 </a:t>
            </a:r>
          </a:p>
          <a:p>
            <a:pPr algn="ctr"/>
            <a:r>
              <a:rPr lang="ko-KR" altLang="en-US" sz="1100" dirty="0"/>
              <a:t>0 1 0 0 0 0 0 </a:t>
            </a:r>
          </a:p>
          <a:p>
            <a:pPr algn="ctr"/>
            <a:r>
              <a:rPr lang="ko-KR" altLang="en-US" sz="1100" dirty="0"/>
              <a:t>0 1 0 1 1 0 0 </a:t>
            </a:r>
          </a:p>
          <a:p>
            <a:pPr algn="ctr"/>
            <a:r>
              <a:rPr lang="ko-KR" altLang="en-US" sz="1100" dirty="0"/>
              <a:t>0 1 0 1 0 0 0 </a:t>
            </a:r>
          </a:p>
          <a:p>
            <a:pPr algn="ctr"/>
            <a:r>
              <a:rPr lang="ko-KR" altLang="en-US" sz="1100" dirty="0"/>
              <a:t>0 1 1 0 0 0 1 </a:t>
            </a:r>
          </a:p>
          <a:p>
            <a:pPr algn="ctr"/>
            <a:r>
              <a:rPr lang="ko-KR" altLang="en-US" sz="1100" dirty="0"/>
              <a:t>0 1 1 0 0 0 0 </a:t>
            </a:r>
          </a:p>
          <a:p>
            <a:pPr algn="ctr"/>
            <a:r>
              <a:rPr lang="ko-KR" altLang="en-US" sz="1100" dirty="0"/>
              <a:t>0 1 1 1 0 1 0 </a:t>
            </a:r>
          </a:p>
          <a:p>
            <a:pPr algn="ctr"/>
            <a:r>
              <a:rPr lang="ko-KR" altLang="en-US" sz="1100" dirty="0"/>
              <a:t>0 1 1 1 0 0 0 </a:t>
            </a:r>
          </a:p>
          <a:p>
            <a:pPr algn="ctr"/>
            <a:r>
              <a:rPr lang="ko-KR" altLang="en-US" sz="1100" dirty="0"/>
              <a:t>1 0 0 0 1 0 1 </a:t>
            </a:r>
          </a:p>
          <a:p>
            <a:pPr algn="ctr"/>
            <a:r>
              <a:rPr lang="ko-KR" altLang="en-US" sz="1100" dirty="0"/>
              <a:t>1 0 0 0 0 0 0 </a:t>
            </a:r>
          </a:p>
          <a:p>
            <a:pPr algn="ctr"/>
            <a:r>
              <a:rPr lang="ko-KR" altLang="en-US" sz="1100" dirty="0"/>
              <a:t>1 0 0 1 1 1 0 </a:t>
            </a:r>
          </a:p>
          <a:p>
            <a:pPr algn="ctr"/>
            <a:r>
              <a:rPr lang="ko-KR" altLang="en-US" sz="1100" dirty="0"/>
              <a:t>1 0 0 1 0 0 0 </a:t>
            </a:r>
          </a:p>
          <a:p>
            <a:pPr algn="ctr"/>
            <a:r>
              <a:rPr lang="ko-KR" altLang="en-US" sz="1100" dirty="0"/>
              <a:t>1 0 1 0 0 1 1 </a:t>
            </a:r>
          </a:p>
          <a:p>
            <a:pPr algn="ctr"/>
            <a:r>
              <a:rPr lang="ko-KR" altLang="en-US" sz="1100" dirty="0"/>
              <a:t>1 0 1 0 0 0 0 </a:t>
            </a:r>
          </a:p>
          <a:p>
            <a:pPr algn="ctr"/>
            <a:r>
              <a:rPr lang="ko-KR" altLang="en-US" sz="1100" dirty="0"/>
              <a:t>1 0 1 1 0 0 0 </a:t>
            </a:r>
          </a:p>
          <a:p>
            <a:pPr algn="ctr"/>
            <a:r>
              <a:rPr lang="ko-KR" altLang="en-US" sz="1100" dirty="0"/>
              <a:t>1 0 1 1 0 0 0 </a:t>
            </a:r>
          </a:p>
          <a:p>
            <a:pPr algn="ctr"/>
            <a:r>
              <a:rPr lang="ko-KR" altLang="en-US" sz="1100" dirty="0"/>
              <a:t>1 1 0 0 0 1 0 </a:t>
            </a:r>
          </a:p>
          <a:p>
            <a:pPr algn="ctr"/>
            <a:r>
              <a:rPr lang="ko-KR" altLang="en-US" sz="1100" dirty="0"/>
              <a:t>1 1 0 0 0 0 0 </a:t>
            </a:r>
          </a:p>
          <a:p>
            <a:pPr algn="ctr"/>
            <a:r>
              <a:rPr lang="ko-KR" altLang="en-US" sz="1100" dirty="0"/>
              <a:t>1 1 0 1 0 0 1 </a:t>
            </a:r>
          </a:p>
          <a:p>
            <a:pPr algn="ctr"/>
            <a:r>
              <a:rPr lang="ko-KR" altLang="en-US" sz="1100" dirty="0"/>
              <a:t>1 1 0 1 0 0 0 </a:t>
            </a:r>
          </a:p>
          <a:p>
            <a:pPr algn="ctr"/>
            <a:r>
              <a:rPr lang="ko-KR" altLang="en-US" sz="1100" dirty="0"/>
              <a:t>1 1 1 0 1 0 0 </a:t>
            </a:r>
          </a:p>
          <a:p>
            <a:pPr algn="ctr"/>
            <a:r>
              <a:rPr lang="ko-KR" altLang="en-US" sz="1100" dirty="0"/>
              <a:t>1 1 1 0 0 0 0 </a:t>
            </a:r>
          </a:p>
          <a:p>
            <a:pPr algn="ctr"/>
            <a:r>
              <a:rPr lang="ko-KR" altLang="en-US" sz="1100" dirty="0"/>
              <a:t>1 1 1 1 1 1 1 </a:t>
            </a:r>
          </a:p>
          <a:p>
            <a:pPr algn="ctr"/>
            <a:r>
              <a:rPr lang="ko-KR" altLang="en-US" sz="1100" dirty="0"/>
              <a:t>1 1 1 1 0 0 0 </a:t>
            </a:r>
          </a:p>
        </p:txBody>
      </p:sp>
    </p:spTree>
    <p:extLst>
      <p:ext uri="{BB962C8B-B14F-4D97-AF65-F5344CB8AC3E}">
        <p14:creationId xmlns:p14="http://schemas.microsoft.com/office/powerpoint/2010/main" val="1163585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896</Words>
  <Application>Microsoft Office PowerPoint</Application>
  <PresentationFormat>와이드스크린</PresentationFormat>
  <Paragraphs>106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Pseudo HASH code BCH(31,16,t=7) code 이용 </vt:lpstr>
      <vt:lpstr>알고리즘</vt:lpstr>
      <vt:lpstr>GF(256) Hash </vt:lpstr>
      <vt:lpstr>HASH generating algorithm</vt:lpstr>
      <vt:lpstr>HASH generator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Pseudo HASH code BCH(31,16,t=7) code 이용 </dc:title>
  <dc:creator>doug young suh</dc:creator>
  <cp:lastModifiedBy>dougyoung suh</cp:lastModifiedBy>
  <cp:revision>3</cp:revision>
  <dcterms:created xsi:type="dcterms:W3CDTF">2023-09-04T17:45:23Z</dcterms:created>
  <dcterms:modified xsi:type="dcterms:W3CDTF">2026-01-20T08:40:27Z</dcterms:modified>
</cp:coreProperties>
</file>